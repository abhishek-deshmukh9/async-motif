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business review: Halcyon Bank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Account health and open issues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Renewal due in March. Health score dropped from 82 to 64 this quarter.</a:t>
            </a:r>
          </a:p>
          <a:p>
            <a:r>
              <a:t>Usage is up 18% but satisfaction is down among branch managers.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issues raised by Halcyon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SSO sessions expire every 30 minutes; branch managers lose unsaved report edits.</a:t>
            </a:r>
          </a:p>
          <a:p>
            <a:r>
              <a:t>Invoices are issued in USD without the bank's VAT number, so procurement rejects them.</a:t>
            </a:r>
          </a:p>
          <a:p>
            <a:r>
              <a:t>Dashboards with more than 40 widgets take close to a minute to load.</a:t>
            </a:r>
          </a:p>
          <a:p>
            <a:r>
              <a:t>Exports of the transactions report are capped at 1,000 rows.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Asks for next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Configurable SSO session length for admins.</a:t>
            </a:r>
          </a:p>
          <a:p>
            <a:r>
              <a:t>Invoices in GBP with VAT details.</a:t>
            </a:r>
          </a:p>
          <a:p>
            <a:r>
              <a:t>A fix for the export limit before the year-end audit.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